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B5A31F-7299-4222-A21C-A1BCFA99BEC2}" v="43" dt="2026-06-20T04:45:59.6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psana B" userId="7affdde89726f51a" providerId="LiveId" clId="{B8D39641-9994-46E6-A51B-63D9B0DE74DF}"/>
    <pc:docChg chg="custSel addSld delSld modSld">
      <pc:chgData name="Apsana B" userId="7affdde89726f51a" providerId="LiveId" clId="{B8D39641-9994-46E6-A51B-63D9B0DE74DF}" dt="2026-07-12T17:10:02.621" v="2278" actId="14100"/>
      <pc:docMkLst>
        <pc:docMk/>
      </pc:docMkLst>
      <pc:sldChg chg="addSp modSp mod">
        <pc:chgData name="Apsana B" userId="7affdde89726f51a" providerId="LiveId" clId="{B8D39641-9994-46E6-A51B-63D9B0DE74DF}" dt="2026-06-19T15:41:06.389" v="113" actId="20578"/>
        <pc:sldMkLst>
          <pc:docMk/>
          <pc:sldMk cId="2301205272" sldId="256"/>
        </pc:sldMkLst>
        <pc:spChg chg="mod">
          <ac:chgData name="Apsana B" userId="7affdde89726f51a" providerId="LiveId" clId="{B8D39641-9994-46E6-A51B-63D9B0DE74DF}" dt="2026-06-19T15:41:06.389" v="113" actId="20578"/>
          <ac:spMkLst>
            <pc:docMk/>
            <pc:sldMk cId="2301205272" sldId="256"/>
            <ac:spMk id="8" creationId="{AC8E78E9-7C36-1A6A-08F7-64952B65479F}"/>
          </ac:spMkLst>
        </pc:spChg>
        <pc:spChg chg="mod">
          <ac:chgData name="Apsana B" userId="7affdde89726f51a" providerId="LiveId" clId="{B8D39641-9994-46E6-A51B-63D9B0DE74DF}" dt="2026-06-19T15:33:25.906" v="34" actId="20577"/>
          <ac:spMkLst>
            <pc:docMk/>
            <pc:sldMk cId="2301205272" sldId="256"/>
            <ac:spMk id="11" creationId="{AA241D48-B5AB-4A75-A268-6FBE9CBB8A7D}"/>
          </ac:spMkLst>
        </pc:spChg>
        <pc:spChg chg="mod">
          <ac:chgData name="Apsana B" userId="7affdde89726f51a" providerId="LiveId" clId="{B8D39641-9994-46E6-A51B-63D9B0DE74DF}" dt="2026-06-19T15:39:41.227" v="103" actId="1076"/>
          <ac:spMkLst>
            <pc:docMk/>
            <pc:sldMk cId="2301205272" sldId="256"/>
            <ac:spMk id="12" creationId="{D8AFE5F9-3B10-BB0C-1E42-0A55417DF62A}"/>
          </ac:spMkLst>
        </pc:spChg>
        <pc:picChg chg="add mod">
          <ac:chgData name="Apsana B" userId="7affdde89726f51a" providerId="LiveId" clId="{B8D39641-9994-46E6-A51B-63D9B0DE74DF}" dt="2026-06-19T15:40:27.435" v="109" actId="1076"/>
          <ac:picMkLst>
            <pc:docMk/>
            <pc:sldMk cId="2301205272" sldId="256"/>
            <ac:picMk id="14" creationId="{6D2723EE-1004-44B9-ABBF-6AF3D38884CE}"/>
          </ac:picMkLst>
        </pc:picChg>
      </pc:sldChg>
      <pc:sldChg chg="addSp delSp modSp new mod">
        <pc:chgData name="Apsana B" userId="7affdde89726f51a" providerId="LiveId" clId="{B8D39641-9994-46E6-A51B-63D9B0DE74DF}" dt="2026-06-19T17:47:01.119" v="344" actId="14100"/>
        <pc:sldMkLst>
          <pc:docMk/>
          <pc:sldMk cId="657306071" sldId="257"/>
        </pc:sldMkLst>
        <pc:spChg chg="add mod">
          <ac:chgData name="Apsana B" userId="7affdde89726f51a" providerId="LiveId" clId="{B8D39641-9994-46E6-A51B-63D9B0DE74DF}" dt="2026-06-19T15:47:58.694" v="184" actId="1076"/>
          <ac:spMkLst>
            <pc:docMk/>
            <pc:sldMk cId="657306071" sldId="257"/>
            <ac:spMk id="4" creationId="{DEA1EB2D-3408-F6E7-3DDB-54FCADF6C660}"/>
          </ac:spMkLst>
        </pc:spChg>
        <pc:spChg chg="add mod">
          <ac:chgData name="Apsana B" userId="7affdde89726f51a" providerId="LiveId" clId="{B8D39641-9994-46E6-A51B-63D9B0DE74DF}" dt="2026-06-19T16:50:43.008" v="275" actId="1076"/>
          <ac:spMkLst>
            <pc:docMk/>
            <pc:sldMk cId="657306071" sldId="257"/>
            <ac:spMk id="5" creationId="{9320A6FB-9F99-CDCA-3C31-7DF968B03266}"/>
          </ac:spMkLst>
        </pc:spChg>
        <pc:spChg chg="add mod">
          <ac:chgData name="Apsana B" userId="7affdde89726f51a" providerId="LiveId" clId="{B8D39641-9994-46E6-A51B-63D9B0DE74DF}" dt="2026-06-19T16:54:07.025" v="285" actId="20577"/>
          <ac:spMkLst>
            <pc:docMk/>
            <pc:sldMk cId="657306071" sldId="257"/>
            <ac:spMk id="8" creationId="{FA1F254F-B74F-E2A6-1D97-6760B6F3301A}"/>
          </ac:spMkLst>
        </pc:spChg>
        <pc:spChg chg="add mod">
          <ac:chgData name="Apsana B" userId="7affdde89726f51a" providerId="LiveId" clId="{B8D39641-9994-46E6-A51B-63D9B0DE74DF}" dt="2026-06-19T16:50:32.540" v="274" actId="1076"/>
          <ac:spMkLst>
            <pc:docMk/>
            <pc:sldMk cId="657306071" sldId="257"/>
            <ac:spMk id="9" creationId="{D9C65273-F94E-84D3-B960-BD427E8E27AC}"/>
          </ac:spMkLst>
        </pc:spChg>
        <pc:spChg chg="add mod">
          <ac:chgData name="Apsana B" userId="7affdde89726f51a" providerId="LiveId" clId="{B8D39641-9994-46E6-A51B-63D9B0DE74DF}" dt="2026-06-19T17:45:10.724" v="338" actId="20577"/>
          <ac:spMkLst>
            <pc:docMk/>
            <pc:sldMk cId="657306071" sldId="257"/>
            <ac:spMk id="15" creationId="{E3AA2E1E-8184-D626-8DCE-0CDB07E793F0}"/>
          </ac:spMkLst>
        </pc:spChg>
        <pc:spChg chg="add mod">
          <ac:chgData name="Apsana B" userId="7affdde89726f51a" providerId="LiveId" clId="{B8D39641-9994-46E6-A51B-63D9B0DE74DF}" dt="2026-06-19T17:43:53.926" v="309" actId="14100"/>
          <ac:spMkLst>
            <pc:docMk/>
            <pc:sldMk cId="657306071" sldId="257"/>
            <ac:spMk id="17" creationId="{80506F8B-49CF-8B36-26D3-6CBFC75853D7}"/>
          </ac:spMkLst>
        </pc:spChg>
        <pc:picChg chg="add mod">
          <ac:chgData name="Apsana B" userId="7affdde89726f51a" providerId="LiveId" clId="{B8D39641-9994-46E6-A51B-63D9B0DE74DF}" dt="2026-06-19T16:50:53.492" v="277" actId="1076"/>
          <ac:picMkLst>
            <pc:docMk/>
            <pc:sldMk cId="657306071" sldId="257"/>
            <ac:picMk id="7" creationId="{0B1DF136-505A-B69C-87FF-E9BF01148961}"/>
          </ac:picMkLst>
        </pc:picChg>
        <pc:picChg chg="add mod">
          <ac:chgData name="Apsana B" userId="7affdde89726f51a" providerId="LiveId" clId="{B8D39641-9994-46E6-A51B-63D9B0DE74DF}" dt="2026-06-19T16:53:56.866" v="284" actId="14100"/>
          <ac:picMkLst>
            <pc:docMk/>
            <pc:sldMk cId="657306071" sldId="257"/>
            <ac:picMk id="13" creationId="{1D67E54A-7F83-E21E-78B1-608B7635C1A0}"/>
          </ac:picMkLst>
        </pc:picChg>
        <pc:picChg chg="add mod">
          <ac:chgData name="Apsana B" userId="7affdde89726f51a" providerId="LiveId" clId="{B8D39641-9994-46E6-A51B-63D9B0DE74DF}" dt="2026-06-19T17:47:01.119" v="344" actId="14100"/>
          <ac:picMkLst>
            <pc:docMk/>
            <pc:sldMk cId="657306071" sldId="257"/>
            <ac:picMk id="19" creationId="{C6BD5C21-DE6E-0ED7-3DC0-2ACADC04BE9B}"/>
          </ac:picMkLst>
        </pc:picChg>
      </pc:sldChg>
      <pc:sldChg chg="addSp delSp modSp new mod">
        <pc:chgData name="Apsana B" userId="7affdde89726f51a" providerId="LiveId" clId="{B8D39641-9994-46E6-A51B-63D9B0DE74DF}" dt="2026-07-12T17:10:02.621" v="2278" actId="14100"/>
        <pc:sldMkLst>
          <pc:docMk/>
          <pc:sldMk cId="973320255" sldId="258"/>
        </pc:sldMkLst>
        <pc:spChg chg="add mod">
          <ac:chgData name="Apsana B" userId="7affdde89726f51a" providerId="LiveId" clId="{B8D39641-9994-46E6-A51B-63D9B0DE74DF}" dt="2026-07-12T17:10:02.621" v="2278" actId="14100"/>
          <ac:spMkLst>
            <pc:docMk/>
            <pc:sldMk cId="973320255" sldId="258"/>
            <ac:spMk id="2" creationId="{DAFDA67A-CB31-7A05-C3E3-AEEFE16AED9A}"/>
          </ac:spMkLst>
        </pc:spChg>
        <pc:spChg chg="add mod">
          <ac:chgData name="Apsana B" userId="7affdde89726f51a" providerId="LiveId" clId="{B8D39641-9994-46E6-A51B-63D9B0DE74DF}" dt="2026-06-20T01:47:53.499" v="468" actId="255"/>
          <ac:spMkLst>
            <pc:docMk/>
            <pc:sldMk cId="973320255" sldId="258"/>
            <ac:spMk id="3" creationId="{D4345337-A7BA-2660-A0EC-F33B2DB1EAC5}"/>
          </ac:spMkLst>
        </pc:spChg>
        <pc:spChg chg="add mod">
          <ac:chgData name="Apsana B" userId="7affdde89726f51a" providerId="LiveId" clId="{B8D39641-9994-46E6-A51B-63D9B0DE74DF}" dt="2026-06-20T03:29:38.007" v="1467" actId="1076"/>
          <ac:spMkLst>
            <pc:docMk/>
            <pc:sldMk cId="973320255" sldId="258"/>
            <ac:spMk id="6" creationId="{BD05D5CC-0A65-79AC-1D57-EEF0C9053F30}"/>
          </ac:spMkLst>
        </pc:spChg>
        <pc:spChg chg="add mod">
          <ac:chgData name="Apsana B" userId="7affdde89726f51a" providerId="LiveId" clId="{B8D39641-9994-46E6-A51B-63D9B0DE74DF}" dt="2026-06-20T01:56:57.024" v="615" actId="255"/>
          <ac:spMkLst>
            <pc:docMk/>
            <pc:sldMk cId="973320255" sldId="258"/>
            <ac:spMk id="8" creationId="{1EC4F147-E7F1-0297-4267-B3FE472DFB61}"/>
          </ac:spMkLst>
        </pc:spChg>
        <pc:picChg chg="add mod">
          <ac:chgData name="Apsana B" userId="7affdde89726f51a" providerId="LiveId" clId="{B8D39641-9994-46E6-A51B-63D9B0DE74DF}" dt="2026-07-12T17:09:56.431" v="2277" actId="1076"/>
          <ac:picMkLst>
            <pc:docMk/>
            <pc:sldMk cId="973320255" sldId="258"/>
            <ac:picMk id="5" creationId="{03D566B2-CFD0-2844-ECFE-F3EF53B33EE7}"/>
          </ac:picMkLst>
        </pc:picChg>
      </pc:sldChg>
      <pc:sldChg chg="addSp modSp new mod">
        <pc:chgData name="Apsana B" userId="7affdde89726f51a" providerId="LiveId" clId="{B8D39641-9994-46E6-A51B-63D9B0DE74DF}" dt="2026-06-20T03:06:31.187" v="859" actId="20577"/>
        <pc:sldMkLst>
          <pc:docMk/>
          <pc:sldMk cId="2974209878" sldId="259"/>
        </pc:sldMkLst>
        <pc:spChg chg="add mod">
          <ac:chgData name="Apsana B" userId="7affdde89726f51a" providerId="LiveId" clId="{B8D39641-9994-46E6-A51B-63D9B0DE74DF}" dt="2026-06-20T03:06:31.187" v="859" actId="20577"/>
          <ac:spMkLst>
            <pc:docMk/>
            <pc:sldMk cId="2974209878" sldId="259"/>
            <ac:spMk id="4" creationId="{937D9CB5-FDC6-CF57-3E63-E457BA593910}"/>
          </ac:spMkLst>
        </pc:spChg>
        <pc:spChg chg="add mod">
          <ac:chgData name="Apsana B" userId="7affdde89726f51a" providerId="LiveId" clId="{B8D39641-9994-46E6-A51B-63D9B0DE74DF}" dt="2026-06-20T03:05:27.198" v="795" actId="1076"/>
          <ac:spMkLst>
            <pc:docMk/>
            <pc:sldMk cId="2974209878" sldId="259"/>
            <ac:spMk id="5" creationId="{3036E0DA-38E0-18D6-C0BC-63CB63B523E5}"/>
          </ac:spMkLst>
        </pc:spChg>
        <pc:picChg chg="add mod">
          <ac:chgData name="Apsana B" userId="7affdde89726f51a" providerId="LiveId" clId="{B8D39641-9994-46E6-A51B-63D9B0DE74DF}" dt="2026-06-20T01:57:42.923" v="622" actId="14100"/>
          <ac:picMkLst>
            <pc:docMk/>
            <pc:sldMk cId="2974209878" sldId="259"/>
            <ac:picMk id="3" creationId="{D6BDE782-BAF3-40A1-E01E-32B9AF40FF40}"/>
          </ac:picMkLst>
        </pc:picChg>
      </pc:sldChg>
      <pc:sldChg chg="addSp delSp modSp new mod">
        <pc:chgData name="Apsana B" userId="7affdde89726f51a" providerId="LiveId" clId="{B8D39641-9994-46E6-A51B-63D9B0DE74DF}" dt="2026-06-20T03:30:42.229" v="1468" actId="1076"/>
        <pc:sldMkLst>
          <pc:docMk/>
          <pc:sldMk cId="2511137541" sldId="260"/>
        </pc:sldMkLst>
        <pc:spChg chg="add mod">
          <ac:chgData name="Apsana B" userId="7affdde89726f51a" providerId="LiveId" clId="{B8D39641-9994-46E6-A51B-63D9B0DE74DF}" dt="2026-06-20T03:29:26.531" v="1466" actId="20577"/>
          <ac:spMkLst>
            <pc:docMk/>
            <pc:sldMk cId="2511137541" sldId="260"/>
            <ac:spMk id="4" creationId="{73B15218-B62C-275C-043D-9AB028D94377}"/>
          </ac:spMkLst>
        </pc:spChg>
        <pc:spChg chg="add mod">
          <ac:chgData name="Apsana B" userId="7affdde89726f51a" providerId="LiveId" clId="{B8D39641-9994-46E6-A51B-63D9B0DE74DF}" dt="2026-06-20T03:28:53.642" v="1462" actId="14100"/>
          <ac:spMkLst>
            <pc:docMk/>
            <pc:sldMk cId="2511137541" sldId="260"/>
            <ac:spMk id="9" creationId="{124F7D1E-7EE1-3D88-4AB5-BA02DCAA694C}"/>
          </ac:spMkLst>
        </pc:spChg>
        <pc:picChg chg="add mod">
          <ac:chgData name="Apsana B" userId="7affdde89726f51a" providerId="LiveId" clId="{B8D39641-9994-46E6-A51B-63D9B0DE74DF}" dt="2026-06-20T03:30:42.229" v="1468" actId="1076"/>
          <ac:picMkLst>
            <pc:docMk/>
            <pc:sldMk cId="2511137541" sldId="260"/>
            <ac:picMk id="3" creationId="{997EB93A-881E-986B-461E-721F779A05FC}"/>
          </ac:picMkLst>
        </pc:picChg>
        <pc:picChg chg="add mod">
          <ac:chgData name="Apsana B" userId="7affdde89726f51a" providerId="LiveId" clId="{B8D39641-9994-46E6-A51B-63D9B0DE74DF}" dt="2026-06-20T03:29:04.944" v="1464" actId="14100"/>
          <ac:picMkLst>
            <pc:docMk/>
            <pc:sldMk cId="2511137541" sldId="260"/>
            <ac:picMk id="8" creationId="{EC50B310-CBD3-98F5-82CB-329FA9B56E97}"/>
          </ac:picMkLst>
        </pc:picChg>
      </pc:sldChg>
      <pc:sldChg chg="addSp modSp new mod">
        <pc:chgData name="Apsana B" userId="7affdde89726f51a" providerId="LiveId" clId="{B8D39641-9994-46E6-A51B-63D9B0DE74DF}" dt="2026-06-20T04:43:41.597" v="2079" actId="14100"/>
        <pc:sldMkLst>
          <pc:docMk/>
          <pc:sldMk cId="3469916681" sldId="261"/>
        </pc:sldMkLst>
        <pc:spChg chg="add mod">
          <ac:chgData name="Apsana B" userId="7affdde89726f51a" providerId="LiveId" clId="{B8D39641-9994-46E6-A51B-63D9B0DE74DF}" dt="2026-06-20T03:48:18.203" v="1838" actId="20577"/>
          <ac:spMkLst>
            <pc:docMk/>
            <pc:sldMk cId="3469916681" sldId="261"/>
            <ac:spMk id="2" creationId="{11489C48-BE3F-EF9E-18F0-33B9F44579EB}"/>
          </ac:spMkLst>
        </pc:spChg>
        <pc:spChg chg="add mod">
          <ac:chgData name="Apsana B" userId="7affdde89726f51a" providerId="LiveId" clId="{B8D39641-9994-46E6-A51B-63D9B0DE74DF}" dt="2026-06-20T03:50:05.919" v="1848" actId="1076"/>
          <ac:spMkLst>
            <pc:docMk/>
            <pc:sldMk cId="3469916681" sldId="261"/>
            <ac:spMk id="3" creationId="{6D0C3B0F-6FB4-31AE-0D3D-D871310B3B5E}"/>
          </ac:spMkLst>
        </pc:spChg>
        <pc:spChg chg="add mod">
          <ac:chgData name="Apsana B" userId="7affdde89726f51a" providerId="LiveId" clId="{B8D39641-9994-46E6-A51B-63D9B0DE74DF}" dt="2026-06-20T03:51:11.365" v="1871" actId="20577"/>
          <ac:spMkLst>
            <pc:docMk/>
            <pc:sldMk cId="3469916681" sldId="261"/>
            <ac:spMk id="6" creationId="{310AFFBD-388E-D0ED-56D9-1858EC25C04C}"/>
          </ac:spMkLst>
        </pc:spChg>
        <pc:spChg chg="add mod">
          <ac:chgData name="Apsana B" userId="7affdde89726f51a" providerId="LiveId" clId="{B8D39641-9994-46E6-A51B-63D9B0DE74DF}" dt="2026-06-20T03:50:23.201" v="1854" actId="20577"/>
          <ac:spMkLst>
            <pc:docMk/>
            <pc:sldMk cId="3469916681" sldId="261"/>
            <ac:spMk id="7" creationId="{7EB07594-D7F5-D0B6-B889-71067969F4A2}"/>
          </ac:spMkLst>
        </pc:spChg>
        <pc:picChg chg="add mod">
          <ac:chgData name="Apsana B" userId="7affdde89726f51a" providerId="LiveId" clId="{B8D39641-9994-46E6-A51B-63D9B0DE74DF}" dt="2026-06-20T03:50:09.165" v="1849" actId="1076"/>
          <ac:picMkLst>
            <pc:docMk/>
            <pc:sldMk cId="3469916681" sldId="261"/>
            <ac:picMk id="5" creationId="{B6A116F9-12D1-D915-7527-A4FC276EB011}"/>
          </ac:picMkLst>
        </pc:picChg>
        <pc:picChg chg="add mod">
          <ac:chgData name="Apsana B" userId="7affdde89726f51a" providerId="LiveId" clId="{B8D39641-9994-46E6-A51B-63D9B0DE74DF}" dt="2026-06-20T04:43:41.597" v="2079" actId="14100"/>
          <ac:picMkLst>
            <pc:docMk/>
            <pc:sldMk cId="3469916681" sldId="261"/>
            <ac:picMk id="9" creationId="{DE9ED5BA-D1FF-B973-1EF4-03C295E2FC01}"/>
          </ac:picMkLst>
        </pc:picChg>
      </pc:sldChg>
      <pc:sldChg chg="addSp modSp new mod">
        <pc:chgData name="Apsana B" userId="7affdde89726f51a" providerId="LiveId" clId="{B8D39641-9994-46E6-A51B-63D9B0DE74DF}" dt="2026-06-20T04:43:52.607" v="2080" actId="14100"/>
        <pc:sldMkLst>
          <pc:docMk/>
          <pc:sldMk cId="1987277020" sldId="262"/>
        </pc:sldMkLst>
        <pc:spChg chg="add mod">
          <ac:chgData name="Apsana B" userId="7affdde89726f51a" providerId="LiveId" clId="{B8D39641-9994-46E6-A51B-63D9B0DE74DF}" dt="2026-06-20T03:55:50.002" v="2048" actId="20577"/>
          <ac:spMkLst>
            <pc:docMk/>
            <pc:sldMk cId="1987277020" sldId="262"/>
            <ac:spMk id="2" creationId="{DED146F2-D60E-FDD6-9DB7-5643BB415595}"/>
          </ac:spMkLst>
        </pc:spChg>
        <pc:spChg chg="add mod">
          <ac:chgData name="Apsana B" userId="7affdde89726f51a" providerId="LiveId" clId="{B8D39641-9994-46E6-A51B-63D9B0DE74DF}" dt="2026-06-20T03:54:46.077" v="2026"/>
          <ac:spMkLst>
            <pc:docMk/>
            <pc:sldMk cId="1987277020" sldId="262"/>
            <ac:spMk id="3" creationId="{5CA88F3F-79C0-108E-6142-BC21EEEF3EC5}"/>
          </ac:spMkLst>
        </pc:spChg>
        <pc:spChg chg="add mod">
          <ac:chgData name="Apsana B" userId="7affdde89726f51a" providerId="LiveId" clId="{B8D39641-9994-46E6-A51B-63D9B0DE74DF}" dt="2026-06-20T04:40:45.700" v="2075" actId="1076"/>
          <ac:spMkLst>
            <pc:docMk/>
            <pc:sldMk cId="1987277020" sldId="262"/>
            <ac:spMk id="6" creationId="{C655C65E-2E74-4EDB-570B-DDF2BA41A046}"/>
          </ac:spMkLst>
        </pc:spChg>
        <pc:spChg chg="add mod">
          <ac:chgData name="Apsana B" userId="7affdde89726f51a" providerId="LiveId" clId="{B8D39641-9994-46E6-A51B-63D9B0DE74DF}" dt="2026-06-20T04:41:02.141" v="2077" actId="1076"/>
          <ac:spMkLst>
            <pc:docMk/>
            <pc:sldMk cId="1987277020" sldId="262"/>
            <ac:spMk id="7" creationId="{C6726213-E684-8F1A-AC3A-8B8944E03388}"/>
          </ac:spMkLst>
        </pc:spChg>
        <pc:picChg chg="add mod">
          <ac:chgData name="Apsana B" userId="7affdde89726f51a" providerId="LiveId" clId="{B8D39641-9994-46E6-A51B-63D9B0DE74DF}" dt="2026-06-20T03:55:30.881" v="2031" actId="14100"/>
          <ac:picMkLst>
            <pc:docMk/>
            <pc:sldMk cId="1987277020" sldId="262"/>
            <ac:picMk id="5" creationId="{A3081089-839D-22E9-8F8F-B298695F5FEC}"/>
          </ac:picMkLst>
        </pc:picChg>
        <pc:picChg chg="add mod">
          <ac:chgData name="Apsana B" userId="7affdde89726f51a" providerId="LiveId" clId="{B8D39641-9994-46E6-A51B-63D9B0DE74DF}" dt="2026-06-20T04:43:52.607" v="2080" actId="14100"/>
          <ac:picMkLst>
            <pc:docMk/>
            <pc:sldMk cId="1987277020" sldId="262"/>
            <ac:picMk id="9" creationId="{EAA89AC6-F979-E5CE-2D2A-BC686DCD23CC}"/>
          </ac:picMkLst>
        </pc:picChg>
      </pc:sldChg>
      <pc:sldChg chg="addSp modSp new mod">
        <pc:chgData name="Apsana B" userId="7affdde89726f51a" providerId="LiveId" clId="{B8D39641-9994-46E6-A51B-63D9B0DE74DF}" dt="2026-06-20T04:49:09.087" v="2276" actId="20577"/>
        <pc:sldMkLst>
          <pc:docMk/>
          <pc:sldMk cId="1541447871" sldId="263"/>
        </pc:sldMkLst>
        <pc:spChg chg="add mod">
          <ac:chgData name="Apsana B" userId="7affdde89726f51a" providerId="LiveId" clId="{B8D39641-9994-46E6-A51B-63D9B0DE74DF}" dt="2026-06-20T04:48:37.363" v="2246" actId="20577"/>
          <ac:spMkLst>
            <pc:docMk/>
            <pc:sldMk cId="1541447871" sldId="263"/>
            <ac:spMk id="2" creationId="{56F1AA94-61B1-7FE5-EFA9-C5CBF12384A2}"/>
          </ac:spMkLst>
        </pc:spChg>
        <pc:spChg chg="add mod">
          <ac:chgData name="Apsana B" userId="7affdde89726f51a" providerId="LiveId" clId="{B8D39641-9994-46E6-A51B-63D9B0DE74DF}" dt="2026-06-20T04:47:34.511" v="2225" actId="20577"/>
          <ac:spMkLst>
            <pc:docMk/>
            <pc:sldMk cId="1541447871" sldId="263"/>
            <ac:spMk id="3" creationId="{14154361-7CA8-8F71-3402-9044AD2FA524}"/>
          </ac:spMkLst>
        </pc:spChg>
        <pc:spChg chg="add mod">
          <ac:chgData name="Apsana B" userId="7affdde89726f51a" providerId="LiveId" clId="{B8D39641-9994-46E6-A51B-63D9B0DE74DF}" dt="2026-06-20T04:49:09.087" v="2276" actId="20577"/>
          <ac:spMkLst>
            <pc:docMk/>
            <pc:sldMk cId="1541447871" sldId="263"/>
            <ac:spMk id="6" creationId="{EA46DF41-CC48-D58F-5F17-DF3ADB4FE5A3}"/>
          </ac:spMkLst>
        </pc:spChg>
        <pc:spChg chg="add mod">
          <ac:chgData name="Apsana B" userId="7affdde89726f51a" providerId="LiveId" clId="{B8D39641-9994-46E6-A51B-63D9B0DE74DF}" dt="2026-06-20T04:46:21.192" v="2217" actId="1076"/>
          <ac:spMkLst>
            <pc:docMk/>
            <pc:sldMk cId="1541447871" sldId="263"/>
            <ac:spMk id="7" creationId="{4408E38E-6E1D-54DE-9A96-C575A647B7E1}"/>
          </ac:spMkLst>
        </pc:spChg>
        <pc:picChg chg="add mod">
          <ac:chgData name="Apsana B" userId="7affdde89726f51a" providerId="LiveId" clId="{B8D39641-9994-46E6-A51B-63D9B0DE74DF}" dt="2026-06-20T04:45:34.678" v="2211" actId="14100"/>
          <ac:picMkLst>
            <pc:docMk/>
            <pc:sldMk cId="1541447871" sldId="263"/>
            <ac:picMk id="5" creationId="{47D9A502-23F0-FA29-3894-108D65D7A552}"/>
          </ac:picMkLst>
        </pc:picChg>
        <pc:picChg chg="add mod">
          <ac:chgData name="Apsana B" userId="7affdde89726f51a" providerId="LiveId" clId="{B8D39641-9994-46E6-A51B-63D9B0DE74DF}" dt="2026-06-20T04:48:11.276" v="2231" actId="14100"/>
          <ac:picMkLst>
            <pc:docMk/>
            <pc:sldMk cId="1541447871" sldId="263"/>
            <ac:picMk id="9" creationId="{C49F2F7A-7E8A-C19C-DDDF-7A5BA3D9584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9D163C-C8F8-4E18-9DB6-D5AA336F0669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8596E-D9F8-41ED-8663-041911B337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522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8596E-D9F8-41ED-8663-041911B3377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875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3BF1A-732F-FD13-17B3-90EED8F7C0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C69B7C-8D3B-95D8-E428-9A03822A9C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A4D48-82DB-F5C7-A94C-E9BDC5E8E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8E68E-44E5-4108-974A-170644F0B0F2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9946C-BA75-574B-CA0B-0CA288583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324F8-25C1-B1DF-14E6-B47254439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43062-64AA-4BCD-A112-3DB5AEE47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500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6EA63-74BD-F324-9181-8C0B97D81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4FBEC-C8A5-1CCC-3CA9-DAC9B0B84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B134A-B316-964B-CF53-8F9B2F1C6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8E68E-44E5-4108-974A-170644F0B0F2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CD0E6-B01A-BD9F-005E-30B3281A5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44612-EC42-57B4-AC15-30245AB67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43062-64AA-4BCD-A112-3DB5AEE47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273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E8BA7-6BD5-043B-766B-A06A99BAD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9ADC11-4022-9EEA-A1D1-FBA71A1C7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83967-5EB4-B63F-D7D6-90C6555F9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8E68E-44E5-4108-974A-170644F0B0F2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E7B12-B6D9-24E8-4CFA-E3A3BDE5A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BDD8A-35FF-932F-7B70-AFDC2AF15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43062-64AA-4BCD-A112-3DB5AEE47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167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21BFC-27C4-DE96-FA92-025A5733F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A9A2A-F0D2-92FE-A02F-DFED9DDEE4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0B4B59-F9CA-410C-0412-47FE7BBB3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41B6C-1641-A85E-604A-5A7033AE7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8E68E-44E5-4108-974A-170644F0B0F2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C1B957-B9E9-7CD8-BF1B-03F067654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35C622-BD31-822B-2D98-4CDCB32D7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43062-64AA-4BCD-A112-3DB5AEE47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688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2AE4E-B8DF-4391-07AF-B2B6A2D51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1F2D4-EED6-23AD-BFF3-854C4E599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8E0ED-2CDA-8925-3D72-45B48C34F4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59DFC5-770E-E2E9-98A9-47A0A054EE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FB63EA-A6C4-36E5-2F16-F90D2A292F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C5AA7D-D174-896B-0133-CE79DFCE1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8E68E-44E5-4108-974A-170644F0B0F2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34CDEC-A4D0-7119-6B61-F951B817B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4B2B8C-F60C-DC6D-4A2A-62082C17A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43062-64AA-4BCD-A112-3DB5AEE47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432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240B1-0E31-3512-1A68-13D180C76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D80B6C-4230-8F56-BFE0-72229111C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8E68E-44E5-4108-974A-170644F0B0F2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3E9B6D-6B92-C8F9-0CEC-1ECBA8534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069472-CE1B-794C-A95C-9EFDA2118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43062-64AA-4BCD-A112-3DB5AEE47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149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11A5E1-7088-C9EE-5780-6ECCA2562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8E68E-44E5-4108-974A-170644F0B0F2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5F8573-A151-8708-B729-6BA3C0598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21AC3-48CD-E7B3-A3EA-91289B3BF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43062-64AA-4BCD-A112-3DB5AEE47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628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41153-CD24-C388-75F9-7A62AEB0A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1F697-D3CB-CFE1-4628-0E2325B86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20CC8F-C0E4-E142-B33E-CA872C77E7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6C7983-13D0-18B8-B61D-D48E04638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8E68E-44E5-4108-974A-170644F0B0F2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553B82-E24B-B0E6-BBC5-AC9949A8C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BF6C7E-D366-5DB9-944B-9E9619397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43062-64AA-4BCD-A112-3DB5AEE47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450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23E7B-2A94-E3E1-B7F8-3A1331B6D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6F817F-8451-1821-A8CF-A6884BA9F8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2A35AA-03DE-05A3-8B81-16573D9911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C8ECC5-D186-954C-5BB4-FD75AA772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8E68E-44E5-4108-974A-170644F0B0F2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6C9F5-5564-825D-71DB-DBFD37DC6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3D2B0E-B1B3-9EF7-F5FE-93720591D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43062-64AA-4BCD-A112-3DB5AEE47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8822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3F8DC-8535-0A95-87E2-5B4C73A1C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202E6D-0563-DA39-6EB0-B23AD37DA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DEA6B-1D9D-4202-2AB7-9D749241F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8E68E-44E5-4108-974A-170644F0B0F2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67019-CAAF-DDE1-F69A-9CA8D3B72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7C8C1-054B-9321-901A-3AE3271F3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43062-64AA-4BCD-A112-3DB5AEE47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1174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69DE9F-B2FF-D38F-B51A-894138552E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30ED63-EF5F-943E-E5F0-B4A4ABDB5F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2949A-CE4D-6BBE-07F2-F07BB0367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8E68E-44E5-4108-974A-170644F0B0F2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3630F-E6F8-D16E-3EDD-9C038F94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28EE7-6985-A230-6C48-92518D08E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43062-64AA-4BCD-A112-3DB5AEE47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044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EAB9A2-2A5F-3400-74EC-31D710589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0061D-34BF-8FF4-D610-DFB9D9F26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463D8-7F9C-F13A-A1D3-202C4A0111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58E68E-44E5-4108-974A-170644F0B0F2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D29E9-95F4-AB39-B34D-9E5C005302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E983D-86B0-E143-7F81-37B2FB7FF7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743062-64AA-4BCD-A112-3DB5AEE47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509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202028-C503-F319-CB91-8B47C34F20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564" y="2714264"/>
            <a:ext cx="2548108" cy="8165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8C6F7B-3E81-9DEC-88ED-9FEE517F1D22}"/>
              </a:ext>
            </a:extLst>
          </p:cNvPr>
          <p:cNvSpPr txBox="1"/>
          <p:nvPr/>
        </p:nvSpPr>
        <p:spPr>
          <a:xfrm>
            <a:off x="3824989" y="329784"/>
            <a:ext cx="56188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/>
              <a:t>Pizza Sales SQL Queries</a:t>
            </a:r>
            <a:endParaRPr lang="en-IN" sz="3600" b="1" dirty="0"/>
          </a:p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DA16E2-5525-9626-E2F7-97ED2930A82A}"/>
              </a:ext>
            </a:extLst>
          </p:cNvPr>
          <p:cNvSpPr txBox="1"/>
          <p:nvPr/>
        </p:nvSpPr>
        <p:spPr>
          <a:xfrm>
            <a:off x="1154243" y="1253114"/>
            <a:ext cx="2068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A. KPI’S</a:t>
            </a:r>
            <a:endParaRPr lang="en-IN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8E78E9-7C36-1A6A-08F7-64952B65479F}"/>
              </a:ext>
            </a:extLst>
          </p:cNvPr>
          <p:cNvSpPr txBox="1"/>
          <p:nvPr/>
        </p:nvSpPr>
        <p:spPr>
          <a:xfrm>
            <a:off x="1560335" y="1722150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1. Total Revenue</a:t>
            </a:r>
            <a:endParaRPr lang="en-IN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2D4BF4-AF24-8CA3-8668-7FE00CF1C68A}"/>
              </a:ext>
            </a:extLst>
          </p:cNvPr>
          <p:cNvSpPr txBox="1"/>
          <p:nvPr/>
        </p:nvSpPr>
        <p:spPr>
          <a:xfrm>
            <a:off x="2078636" y="2146486"/>
            <a:ext cx="8034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SELECT SUM(</a:t>
            </a:r>
            <a:r>
              <a:rPr lang="en-US" sz="2000" dirty="0" err="1"/>
              <a:t>total_price</a:t>
            </a:r>
            <a:r>
              <a:rPr lang="en-US" sz="2000" dirty="0"/>
              <a:t>) AS </a:t>
            </a:r>
            <a:r>
              <a:rPr lang="en-US" sz="2000" dirty="0" err="1"/>
              <a:t>Total_Revenue</a:t>
            </a:r>
            <a:r>
              <a:rPr lang="en-US" sz="2000" dirty="0"/>
              <a:t> FROM </a:t>
            </a:r>
            <a:r>
              <a:rPr lang="en-US" sz="2000" dirty="0" err="1"/>
              <a:t>pizza_sales</a:t>
            </a:r>
            <a:r>
              <a:rPr lang="en-US" sz="2000" dirty="0"/>
              <a:t>;</a:t>
            </a:r>
            <a:endParaRPr lang="en-IN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241D48-B5AB-4A75-A268-6FBE9CBB8A7D}"/>
              </a:ext>
            </a:extLst>
          </p:cNvPr>
          <p:cNvSpPr txBox="1"/>
          <p:nvPr/>
        </p:nvSpPr>
        <p:spPr>
          <a:xfrm>
            <a:off x="1560334" y="3910982"/>
            <a:ext cx="3176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2. Average Order Value</a:t>
            </a:r>
            <a:endParaRPr lang="en-IN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AFE5F9-3B10-BB0C-1E42-0A55417DF62A}"/>
              </a:ext>
            </a:extLst>
          </p:cNvPr>
          <p:cNvSpPr txBox="1"/>
          <p:nvPr/>
        </p:nvSpPr>
        <p:spPr>
          <a:xfrm>
            <a:off x="2078636" y="4352681"/>
            <a:ext cx="94288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SELECT SUM(</a:t>
            </a:r>
            <a:r>
              <a:rPr lang="en-US" sz="2000" dirty="0" err="1"/>
              <a:t>total_price</a:t>
            </a:r>
            <a:r>
              <a:rPr lang="en-US" sz="2000" dirty="0"/>
              <a:t>)/COUNT(</a:t>
            </a:r>
            <a:r>
              <a:rPr lang="en-US" sz="2000" dirty="0" err="1"/>
              <a:t>order_id</a:t>
            </a:r>
            <a:r>
              <a:rPr lang="en-US" sz="2000" dirty="0"/>
              <a:t>) AS </a:t>
            </a:r>
            <a:r>
              <a:rPr lang="en-US" sz="2000" dirty="0" err="1"/>
              <a:t>Avg_Order_Value</a:t>
            </a:r>
            <a:r>
              <a:rPr lang="en-US" sz="2000" dirty="0"/>
              <a:t> FROM </a:t>
            </a:r>
            <a:r>
              <a:rPr lang="en-US" sz="2000" dirty="0" err="1"/>
              <a:t>pizza_sales</a:t>
            </a:r>
            <a:r>
              <a:rPr lang="en-US" sz="2000" dirty="0"/>
              <a:t>;</a:t>
            </a:r>
            <a:endParaRPr lang="en-IN" sz="2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D2723EE-1004-44B9-ABBF-6AF3D38884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565" y="4916019"/>
            <a:ext cx="2548106" cy="84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205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A1EB2D-3408-F6E7-3DDB-54FCADF6C660}"/>
              </a:ext>
            </a:extLst>
          </p:cNvPr>
          <p:cNvSpPr txBox="1"/>
          <p:nvPr/>
        </p:nvSpPr>
        <p:spPr>
          <a:xfrm>
            <a:off x="1096781" y="193154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3. Total Pizza Sold</a:t>
            </a:r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20A6FB-9F99-CDCA-3C31-7DF968B03266}"/>
              </a:ext>
            </a:extLst>
          </p:cNvPr>
          <p:cNvSpPr txBox="1"/>
          <p:nvPr/>
        </p:nvSpPr>
        <p:spPr>
          <a:xfrm>
            <a:off x="1823803" y="604807"/>
            <a:ext cx="8034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SELECT SUM(quantity) AS </a:t>
            </a:r>
            <a:r>
              <a:rPr lang="en-US" sz="2000" dirty="0" err="1"/>
              <a:t>Total_Pizza_Sold</a:t>
            </a:r>
            <a:r>
              <a:rPr lang="en-US" sz="2000" dirty="0"/>
              <a:t> FROM </a:t>
            </a:r>
            <a:r>
              <a:rPr lang="en-US" sz="2000" dirty="0" err="1"/>
              <a:t>pizza_sales</a:t>
            </a:r>
            <a:r>
              <a:rPr lang="en-US" sz="2000" dirty="0"/>
              <a:t>;</a:t>
            </a:r>
            <a:endParaRPr lang="en-IN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1DF136-505A-B69C-87FF-E9BF011489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83" y="1028001"/>
            <a:ext cx="3313911" cy="9120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1F254F-B74F-E2A6-1D97-6760B6F3301A}"/>
              </a:ext>
            </a:extLst>
          </p:cNvPr>
          <p:cNvSpPr txBox="1"/>
          <p:nvPr/>
        </p:nvSpPr>
        <p:spPr>
          <a:xfrm>
            <a:off x="1096781" y="2290188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4. Total Orders</a:t>
            </a:r>
            <a:endParaRPr lang="en-IN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C65273-F94E-84D3-B960-BD427E8E27AC}"/>
              </a:ext>
            </a:extLst>
          </p:cNvPr>
          <p:cNvSpPr txBox="1"/>
          <p:nvPr/>
        </p:nvSpPr>
        <p:spPr>
          <a:xfrm>
            <a:off x="1823803" y="2713383"/>
            <a:ext cx="8034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SELECT COUNT(DISTINCT </a:t>
            </a:r>
            <a:r>
              <a:rPr lang="en-US" sz="2000" dirty="0" err="1"/>
              <a:t>order_id</a:t>
            </a:r>
            <a:r>
              <a:rPr lang="en-US" sz="2000" dirty="0"/>
              <a:t>) AS </a:t>
            </a:r>
            <a:r>
              <a:rPr lang="en-US" sz="2000" dirty="0" err="1"/>
              <a:t>Total_Orders</a:t>
            </a:r>
            <a:r>
              <a:rPr lang="en-US" sz="2000" dirty="0"/>
              <a:t> FROM </a:t>
            </a:r>
            <a:r>
              <a:rPr lang="en-US" sz="2000" dirty="0" err="1"/>
              <a:t>pizza_sales</a:t>
            </a:r>
            <a:r>
              <a:rPr lang="en-US" sz="2000" dirty="0"/>
              <a:t>;</a:t>
            </a:r>
            <a:endParaRPr lang="en-IN" sz="2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D67E54A-7F83-E21E-78B1-608B7635C1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84" y="3175048"/>
            <a:ext cx="3313910" cy="103718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3AA2E1E-8184-D626-8DCE-0CDB07E793F0}"/>
              </a:ext>
            </a:extLst>
          </p:cNvPr>
          <p:cNvSpPr txBox="1"/>
          <p:nvPr/>
        </p:nvSpPr>
        <p:spPr>
          <a:xfrm>
            <a:off x="1231692" y="4591126"/>
            <a:ext cx="48643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5. Avg Pizzas Orders Per Order</a:t>
            </a:r>
            <a:endParaRPr lang="en-IN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506F8B-49CF-8B36-26D3-6CBFC75853D7}"/>
              </a:ext>
            </a:extLst>
          </p:cNvPr>
          <p:cNvSpPr txBox="1"/>
          <p:nvPr/>
        </p:nvSpPr>
        <p:spPr>
          <a:xfrm>
            <a:off x="1823802" y="5052791"/>
            <a:ext cx="10003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SELECT SUM(quantity) / COUNT(DISTINCT </a:t>
            </a:r>
            <a:r>
              <a:rPr lang="en-US" sz="2000" dirty="0" err="1"/>
              <a:t>order_id</a:t>
            </a:r>
            <a:r>
              <a:rPr lang="en-US" sz="2000" dirty="0"/>
              <a:t>) AS </a:t>
            </a:r>
            <a:r>
              <a:rPr lang="en-US" sz="2000" dirty="0" err="1"/>
              <a:t>Total_Orders</a:t>
            </a:r>
            <a:r>
              <a:rPr lang="en-US" sz="2000" dirty="0"/>
              <a:t> FROM </a:t>
            </a:r>
            <a:r>
              <a:rPr lang="en-US" sz="2000" dirty="0" err="1"/>
              <a:t>pizza_sales</a:t>
            </a:r>
            <a:r>
              <a:rPr lang="en-US" sz="2000" dirty="0"/>
              <a:t>;</a:t>
            </a:r>
            <a:endParaRPr lang="en-IN" sz="2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6BD5C21-DE6E-0ED7-3DC0-2ACADC04BE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82" y="5580269"/>
            <a:ext cx="3313911" cy="95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306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FDA67A-CB31-7A05-C3E3-AEEFE16AED9A}"/>
              </a:ext>
            </a:extLst>
          </p:cNvPr>
          <p:cNvSpPr txBox="1"/>
          <p:nvPr/>
        </p:nvSpPr>
        <p:spPr>
          <a:xfrm>
            <a:off x="1004340" y="0"/>
            <a:ext cx="5881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B. Daily Trends For Total Orders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345337-A7BA-2660-A0EC-F33B2DB1EAC5}"/>
              </a:ext>
            </a:extLst>
          </p:cNvPr>
          <p:cNvSpPr txBox="1"/>
          <p:nvPr/>
        </p:nvSpPr>
        <p:spPr>
          <a:xfrm>
            <a:off x="1688892" y="523220"/>
            <a:ext cx="80347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SELECT DATENAME(</a:t>
            </a:r>
            <a:r>
              <a:rPr lang="en-US" sz="2000" dirty="0" err="1"/>
              <a:t>DW,order_date</a:t>
            </a:r>
            <a:r>
              <a:rPr lang="en-US" sz="2000" dirty="0"/>
              <a:t>) AS </a:t>
            </a:r>
            <a:r>
              <a:rPr lang="en-US" sz="2000" dirty="0" err="1"/>
              <a:t>DayWeek</a:t>
            </a:r>
            <a:r>
              <a:rPr lang="en-US" sz="2000" dirty="0"/>
              <a:t>, </a:t>
            </a:r>
          </a:p>
          <a:p>
            <a:r>
              <a:rPr lang="en-US" sz="2000" dirty="0"/>
              <a:t>COUNT(DISTINCT </a:t>
            </a:r>
            <a:r>
              <a:rPr lang="en-US" sz="2000" dirty="0" err="1"/>
              <a:t>order_id</a:t>
            </a:r>
            <a:r>
              <a:rPr lang="en-US" sz="2000" dirty="0"/>
              <a:t>) AS </a:t>
            </a:r>
            <a:r>
              <a:rPr lang="en-US" sz="2000" dirty="0" err="1"/>
              <a:t>Total_Order</a:t>
            </a:r>
            <a:endParaRPr lang="en-US" sz="2000" dirty="0"/>
          </a:p>
          <a:p>
            <a:r>
              <a:rPr lang="en-IN" sz="2000" dirty="0"/>
              <a:t>FROM </a:t>
            </a:r>
            <a:r>
              <a:rPr lang="en-IN" sz="2000" dirty="0" err="1"/>
              <a:t>pizza_sales</a:t>
            </a:r>
            <a:endParaRPr lang="en-IN" sz="2000" dirty="0"/>
          </a:p>
          <a:p>
            <a:r>
              <a:rPr lang="en-US" sz="2000" dirty="0"/>
              <a:t>GROUP BY DATENAME(</a:t>
            </a:r>
            <a:r>
              <a:rPr lang="en-US" sz="2000" dirty="0" err="1"/>
              <a:t>DW,order_date</a:t>
            </a:r>
            <a:r>
              <a:rPr lang="en-US" sz="2000" dirty="0"/>
              <a:t>);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D566B2-CFD0-2844-ECFE-F3EF53B33E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892" y="1965505"/>
            <a:ext cx="2703226" cy="25004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05D5CC-0A65-79AC-1D57-EEF0C9053F30}"/>
              </a:ext>
            </a:extLst>
          </p:cNvPr>
          <p:cNvSpPr txBox="1"/>
          <p:nvPr/>
        </p:nvSpPr>
        <p:spPr>
          <a:xfrm>
            <a:off x="1004340" y="4584840"/>
            <a:ext cx="5881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C. Monthly Trends For Total Orders</a:t>
            </a:r>
            <a:endParaRPr lang="en-IN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C4F147-E7F1-0297-4267-B3FE472DFB61}"/>
              </a:ext>
            </a:extLst>
          </p:cNvPr>
          <p:cNvSpPr txBox="1"/>
          <p:nvPr/>
        </p:nvSpPr>
        <p:spPr>
          <a:xfrm>
            <a:off x="1688892" y="5108060"/>
            <a:ext cx="80347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SELECT DATENAME(Month, </a:t>
            </a:r>
            <a:r>
              <a:rPr lang="en-US" sz="2000" dirty="0" err="1"/>
              <a:t>order_date</a:t>
            </a:r>
            <a:r>
              <a:rPr lang="en-US" sz="2000" dirty="0"/>
              <a:t>) AS </a:t>
            </a:r>
            <a:r>
              <a:rPr lang="en-US" sz="2000" dirty="0" err="1"/>
              <a:t>Month_Name</a:t>
            </a:r>
            <a:r>
              <a:rPr lang="en-US" sz="2000" dirty="0"/>
              <a:t>,</a:t>
            </a:r>
          </a:p>
          <a:p>
            <a:r>
              <a:rPr lang="en-US" sz="2000" dirty="0"/>
              <a:t>COUNT(DISTINCT </a:t>
            </a:r>
            <a:r>
              <a:rPr lang="en-US" sz="2000" dirty="0" err="1"/>
              <a:t>order_id</a:t>
            </a:r>
            <a:r>
              <a:rPr lang="en-US" sz="2000" dirty="0"/>
              <a:t>) AS </a:t>
            </a:r>
            <a:r>
              <a:rPr lang="en-US" sz="2000" dirty="0" err="1"/>
              <a:t>Total_Orders</a:t>
            </a:r>
            <a:endParaRPr lang="en-US" sz="2000" dirty="0"/>
          </a:p>
          <a:p>
            <a:r>
              <a:rPr lang="en-IN" sz="2000" dirty="0"/>
              <a:t>FROM </a:t>
            </a:r>
            <a:r>
              <a:rPr lang="en-IN" sz="2000" dirty="0" err="1"/>
              <a:t>pizza_sales</a:t>
            </a:r>
            <a:endParaRPr lang="en-IN" sz="2000" dirty="0"/>
          </a:p>
          <a:p>
            <a:r>
              <a:rPr lang="en-US" sz="2000" dirty="0"/>
              <a:t>GROUP BY DATENAME(Month, </a:t>
            </a:r>
            <a:r>
              <a:rPr lang="en-US" sz="2000" dirty="0" err="1"/>
              <a:t>order_date</a:t>
            </a:r>
            <a:r>
              <a:rPr lang="en-US" sz="20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973320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BDE782-BAF3-40A1-E01E-32B9AF40FF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3291" y="119273"/>
            <a:ext cx="3088335" cy="36282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7D9CB5-FDC6-CF57-3E63-E457BA593910}"/>
              </a:ext>
            </a:extLst>
          </p:cNvPr>
          <p:cNvSpPr txBox="1"/>
          <p:nvPr/>
        </p:nvSpPr>
        <p:spPr>
          <a:xfrm>
            <a:off x="896729" y="3852472"/>
            <a:ext cx="5881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D. % Of Total Sales By Category</a:t>
            </a:r>
            <a:endParaRPr lang="en-IN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6E0DA-38E0-18D6-C0BC-63CB63B523E5}"/>
              </a:ext>
            </a:extLst>
          </p:cNvPr>
          <p:cNvSpPr txBox="1"/>
          <p:nvPr/>
        </p:nvSpPr>
        <p:spPr>
          <a:xfrm>
            <a:off x="1494020" y="4270761"/>
            <a:ext cx="803472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pizza_category</a:t>
            </a:r>
            <a:r>
              <a:rPr lang="en-US" dirty="0"/>
              <a:t>, CAST(SUM(</a:t>
            </a:r>
            <a:r>
              <a:rPr lang="en-US" dirty="0" err="1"/>
              <a:t>total_price</a:t>
            </a:r>
            <a:r>
              <a:rPr lang="en-US" dirty="0"/>
              <a:t>) AS DECIMAL(10,2)) AS </a:t>
            </a:r>
            <a:r>
              <a:rPr lang="en-US" dirty="0" err="1"/>
              <a:t>Total_Revenue</a:t>
            </a:r>
            <a:r>
              <a:rPr lang="en-US" dirty="0"/>
              <a:t>, </a:t>
            </a:r>
          </a:p>
          <a:p>
            <a:r>
              <a:rPr lang="en-US" dirty="0"/>
              <a:t>CAST(SUM(</a:t>
            </a:r>
            <a:r>
              <a:rPr lang="en-US" dirty="0" err="1"/>
              <a:t>total_price</a:t>
            </a:r>
            <a:r>
              <a:rPr lang="en-US" dirty="0"/>
              <a:t>)*100/</a:t>
            </a:r>
          </a:p>
          <a:p>
            <a:r>
              <a:rPr lang="en-IN" dirty="0"/>
              <a:t>(SELECT SUM(</a:t>
            </a:r>
            <a:r>
              <a:rPr lang="en-IN" dirty="0" err="1"/>
              <a:t>total_price</a:t>
            </a:r>
            <a:r>
              <a:rPr lang="en-IN" dirty="0"/>
              <a:t>) </a:t>
            </a:r>
          </a:p>
          <a:p>
            <a:r>
              <a:rPr lang="en-IN" dirty="0"/>
              <a:t>FROM </a:t>
            </a:r>
            <a:r>
              <a:rPr lang="en-IN" dirty="0" err="1"/>
              <a:t>pizza_sales</a:t>
            </a:r>
            <a:r>
              <a:rPr lang="en-IN" dirty="0"/>
              <a:t> </a:t>
            </a:r>
          </a:p>
          <a:p>
            <a:r>
              <a:rPr lang="en-US" dirty="0"/>
              <a:t>WHERE MONTH(</a:t>
            </a:r>
            <a:r>
              <a:rPr lang="en-US" dirty="0" err="1"/>
              <a:t>order_date</a:t>
            </a:r>
            <a:r>
              <a:rPr lang="en-US" dirty="0"/>
              <a:t>) = 1) AS DECIMAL(10,1)) AS PCT</a:t>
            </a:r>
          </a:p>
          <a:p>
            <a:r>
              <a:rPr lang="en-IN" dirty="0"/>
              <a:t>FROM </a:t>
            </a:r>
            <a:r>
              <a:rPr lang="en-IN" dirty="0" err="1"/>
              <a:t>pizza_sales</a:t>
            </a:r>
            <a:endParaRPr lang="en-IN" dirty="0"/>
          </a:p>
          <a:p>
            <a:r>
              <a:rPr lang="en-US" dirty="0"/>
              <a:t>WHERE MONTH(</a:t>
            </a:r>
            <a:r>
              <a:rPr lang="en-US" dirty="0" err="1"/>
              <a:t>order_date</a:t>
            </a:r>
            <a:r>
              <a:rPr lang="en-US" dirty="0"/>
              <a:t>) = 1</a:t>
            </a:r>
          </a:p>
          <a:p>
            <a:r>
              <a:rPr lang="en-IN" dirty="0"/>
              <a:t>GROUP BY </a:t>
            </a:r>
            <a:r>
              <a:rPr lang="en-IN" dirty="0" err="1"/>
              <a:t>pizza_category</a:t>
            </a:r>
            <a:r>
              <a:rPr lang="en-IN" dirty="0"/>
              <a:t>;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74209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7EB93A-881E-986B-461E-721F779A05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556" y="92466"/>
            <a:ext cx="3586090" cy="17725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B15218-B62C-275C-043D-9AB028D94377}"/>
              </a:ext>
            </a:extLst>
          </p:cNvPr>
          <p:cNvSpPr txBox="1"/>
          <p:nvPr/>
        </p:nvSpPr>
        <p:spPr>
          <a:xfrm>
            <a:off x="836768" y="2023672"/>
            <a:ext cx="5881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E. % Of Total Sales By Size</a:t>
            </a:r>
            <a:endParaRPr lang="en-IN" sz="28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50B310-CBD3-98F5-82CB-329FA9B56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556" y="4478099"/>
            <a:ext cx="3791060" cy="1772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4F7D1E-7EE1-3D88-4AB5-BA02DCAA694C}"/>
              </a:ext>
            </a:extLst>
          </p:cNvPr>
          <p:cNvSpPr txBox="1"/>
          <p:nvPr/>
        </p:nvSpPr>
        <p:spPr>
          <a:xfrm>
            <a:off x="1329128" y="2446773"/>
            <a:ext cx="890915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pizza_size</a:t>
            </a:r>
            <a:r>
              <a:rPr lang="en-US" dirty="0"/>
              <a:t>, CAST(SUM(</a:t>
            </a:r>
            <a:r>
              <a:rPr lang="en-US" dirty="0" err="1"/>
              <a:t>total_price</a:t>
            </a:r>
            <a:r>
              <a:rPr lang="en-US" dirty="0"/>
              <a:t>) AS DECIMAL(10,1)) AS </a:t>
            </a:r>
            <a:r>
              <a:rPr lang="en-US" dirty="0" err="1"/>
              <a:t>Total_Revenue</a:t>
            </a:r>
            <a:r>
              <a:rPr lang="en-US" dirty="0"/>
              <a:t>, </a:t>
            </a:r>
          </a:p>
          <a:p>
            <a:r>
              <a:rPr lang="en-US" dirty="0"/>
              <a:t>CAST(SUM(</a:t>
            </a:r>
            <a:r>
              <a:rPr lang="en-US" dirty="0" err="1"/>
              <a:t>total_price</a:t>
            </a:r>
            <a:r>
              <a:rPr lang="en-US" dirty="0"/>
              <a:t>)*100/</a:t>
            </a:r>
            <a:r>
              <a:rPr lang="en-IN" dirty="0"/>
              <a:t>(SELECT SUM(</a:t>
            </a:r>
            <a:r>
              <a:rPr lang="en-IN" dirty="0" err="1"/>
              <a:t>total_price</a:t>
            </a:r>
            <a:r>
              <a:rPr lang="en-IN" dirty="0"/>
              <a:t>)  FROM </a:t>
            </a:r>
            <a:r>
              <a:rPr lang="en-IN" dirty="0" err="1"/>
              <a:t>pizza_sales</a:t>
            </a:r>
            <a:r>
              <a:rPr lang="en-IN" dirty="0"/>
              <a:t> </a:t>
            </a:r>
          </a:p>
          <a:p>
            <a:r>
              <a:rPr lang="en-US" dirty="0"/>
              <a:t>WHERE DATEPART(</a:t>
            </a:r>
            <a:r>
              <a:rPr lang="en-US" dirty="0" err="1"/>
              <a:t>quarter,order_date</a:t>
            </a:r>
            <a:r>
              <a:rPr lang="en-US" dirty="0"/>
              <a:t>) = 1) AS DECIMAL(10,2)) AS PCT</a:t>
            </a:r>
          </a:p>
          <a:p>
            <a:r>
              <a:rPr lang="en-IN" dirty="0"/>
              <a:t>FROM </a:t>
            </a:r>
            <a:r>
              <a:rPr lang="en-IN" dirty="0" err="1"/>
              <a:t>pizza_sales</a:t>
            </a:r>
            <a:endParaRPr lang="en-IN" dirty="0"/>
          </a:p>
          <a:p>
            <a:r>
              <a:rPr lang="en-US" dirty="0"/>
              <a:t>WHERE DATEPART(</a:t>
            </a:r>
            <a:r>
              <a:rPr lang="en-US" dirty="0" err="1"/>
              <a:t>quarter,order_date</a:t>
            </a:r>
            <a:r>
              <a:rPr lang="en-US" dirty="0"/>
              <a:t>) = 1</a:t>
            </a:r>
          </a:p>
          <a:p>
            <a:r>
              <a:rPr lang="en-IN" dirty="0"/>
              <a:t>GROUP BY </a:t>
            </a:r>
            <a:r>
              <a:rPr lang="en-IN" dirty="0" err="1"/>
              <a:t>pizza_size</a:t>
            </a:r>
            <a:endParaRPr lang="en-IN" dirty="0"/>
          </a:p>
          <a:p>
            <a:r>
              <a:rPr lang="en-IN" dirty="0"/>
              <a:t>ORDER BY PCT DESC;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137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489C48-BE3F-EF9E-18F0-33B9F44579EB}"/>
              </a:ext>
            </a:extLst>
          </p:cNvPr>
          <p:cNvSpPr txBox="1"/>
          <p:nvPr/>
        </p:nvSpPr>
        <p:spPr>
          <a:xfrm>
            <a:off x="1001659" y="0"/>
            <a:ext cx="5881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F. TOP 5 PIZZA BY REVENUE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0C3B0F-6FB4-31AE-0D3D-D871310B3B5E}"/>
              </a:ext>
            </a:extLst>
          </p:cNvPr>
          <p:cNvSpPr txBox="1"/>
          <p:nvPr/>
        </p:nvSpPr>
        <p:spPr>
          <a:xfrm>
            <a:off x="1389088" y="387783"/>
            <a:ext cx="89091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TOP 5 </a:t>
            </a:r>
            <a:r>
              <a:rPr lang="en-US" dirty="0" err="1"/>
              <a:t>pizza_name</a:t>
            </a:r>
            <a:r>
              <a:rPr lang="en-US" dirty="0"/>
              <a:t>, </a:t>
            </a:r>
          </a:p>
          <a:p>
            <a:r>
              <a:rPr lang="en-US" dirty="0"/>
              <a:t>CAST(SUM(</a:t>
            </a:r>
            <a:r>
              <a:rPr lang="en-US" dirty="0" err="1"/>
              <a:t>total_price</a:t>
            </a:r>
            <a:r>
              <a:rPr lang="en-US" dirty="0"/>
              <a:t>) AS DECIMAL(10,2)) AS </a:t>
            </a:r>
            <a:r>
              <a:rPr lang="en-US" dirty="0" err="1"/>
              <a:t>Total_Revenue</a:t>
            </a:r>
            <a:endParaRPr lang="en-US" dirty="0"/>
          </a:p>
          <a:p>
            <a:r>
              <a:rPr lang="en-IN" dirty="0"/>
              <a:t>FROM </a:t>
            </a:r>
            <a:r>
              <a:rPr lang="en-IN" dirty="0" err="1"/>
              <a:t>pizza_sales</a:t>
            </a:r>
            <a:endParaRPr lang="en-IN" dirty="0"/>
          </a:p>
          <a:p>
            <a:r>
              <a:rPr lang="en-IN" dirty="0"/>
              <a:t>GROUP BY </a:t>
            </a:r>
            <a:r>
              <a:rPr lang="en-IN" dirty="0" err="1"/>
              <a:t>pizza_name</a:t>
            </a:r>
            <a:endParaRPr lang="en-IN" dirty="0"/>
          </a:p>
          <a:p>
            <a:r>
              <a:rPr lang="en-US" dirty="0"/>
              <a:t>ORDER BY SUM(</a:t>
            </a:r>
            <a:r>
              <a:rPr lang="en-US" dirty="0" err="1"/>
              <a:t>total_price</a:t>
            </a:r>
            <a:r>
              <a:rPr lang="en-US" dirty="0"/>
              <a:t>) DESC;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A116F9-12D1-D915-7527-A4FC276EB0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865111"/>
            <a:ext cx="3407764" cy="14773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0AFFBD-388E-D0ED-56D9-1858EC25C04C}"/>
              </a:ext>
            </a:extLst>
          </p:cNvPr>
          <p:cNvSpPr txBox="1"/>
          <p:nvPr/>
        </p:nvSpPr>
        <p:spPr>
          <a:xfrm>
            <a:off x="1001659" y="3342439"/>
            <a:ext cx="5881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G. BOTTOM 5 PIZZA BY REVENUE</a:t>
            </a:r>
            <a:endParaRPr lang="en-IN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B07594-D7F5-D0B6-B889-71067969F4A2}"/>
              </a:ext>
            </a:extLst>
          </p:cNvPr>
          <p:cNvSpPr txBox="1"/>
          <p:nvPr/>
        </p:nvSpPr>
        <p:spPr>
          <a:xfrm>
            <a:off x="1389088" y="3714055"/>
            <a:ext cx="89091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TOP 5 </a:t>
            </a:r>
            <a:r>
              <a:rPr lang="en-US" dirty="0" err="1"/>
              <a:t>pizza_name</a:t>
            </a:r>
            <a:r>
              <a:rPr lang="en-US" dirty="0"/>
              <a:t>, </a:t>
            </a:r>
          </a:p>
          <a:p>
            <a:r>
              <a:rPr lang="en-US" dirty="0"/>
              <a:t>CAST(SUM(</a:t>
            </a:r>
            <a:r>
              <a:rPr lang="en-US" dirty="0" err="1"/>
              <a:t>total_price</a:t>
            </a:r>
            <a:r>
              <a:rPr lang="en-US" dirty="0"/>
              <a:t>) AS DECIMAL(10,2)) AS </a:t>
            </a:r>
            <a:r>
              <a:rPr lang="en-US" dirty="0" err="1"/>
              <a:t>Total_Revenue</a:t>
            </a:r>
            <a:endParaRPr lang="en-US" dirty="0"/>
          </a:p>
          <a:p>
            <a:r>
              <a:rPr lang="en-IN" dirty="0"/>
              <a:t>FROM </a:t>
            </a:r>
            <a:r>
              <a:rPr lang="en-IN" dirty="0" err="1"/>
              <a:t>pizza_sales</a:t>
            </a:r>
            <a:endParaRPr lang="en-IN" dirty="0"/>
          </a:p>
          <a:p>
            <a:r>
              <a:rPr lang="en-IN" dirty="0"/>
              <a:t>GROUP BY </a:t>
            </a:r>
            <a:r>
              <a:rPr lang="en-IN" dirty="0" err="1"/>
              <a:t>pizza_name</a:t>
            </a:r>
            <a:endParaRPr lang="en-IN" dirty="0"/>
          </a:p>
          <a:p>
            <a:r>
              <a:rPr lang="en-US" dirty="0"/>
              <a:t>ORDER BY SUM(</a:t>
            </a:r>
            <a:r>
              <a:rPr lang="en-US" dirty="0" err="1"/>
              <a:t>total_price</a:t>
            </a:r>
            <a:r>
              <a:rPr lang="en-US" dirty="0"/>
              <a:t>) ASC;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9ED5BA-D1FF-B973-1EF4-03C295E2F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033" y="5191383"/>
            <a:ext cx="3652603" cy="1493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916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D146F2-D60E-FDD6-9DB7-5643BB415595}"/>
              </a:ext>
            </a:extLst>
          </p:cNvPr>
          <p:cNvSpPr txBox="1"/>
          <p:nvPr/>
        </p:nvSpPr>
        <p:spPr>
          <a:xfrm>
            <a:off x="1001659" y="0"/>
            <a:ext cx="5881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H. TOP 5 PIZZA BY QUANTITY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A88F3F-79C0-108E-6142-BC21EEEF3EC5}"/>
              </a:ext>
            </a:extLst>
          </p:cNvPr>
          <p:cNvSpPr txBox="1"/>
          <p:nvPr/>
        </p:nvSpPr>
        <p:spPr>
          <a:xfrm>
            <a:off x="1389088" y="387783"/>
            <a:ext cx="89091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TOP 5 </a:t>
            </a:r>
            <a:r>
              <a:rPr lang="en-US" dirty="0" err="1"/>
              <a:t>pizza_name</a:t>
            </a:r>
            <a:r>
              <a:rPr lang="en-US" dirty="0"/>
              <a:t>, SUM(quantity) AS </a:t>
            </a:r>
            <a:r>
              <a:rPr lang="en-US" dirty="0" err="1"/>
              <a:t>Total_Quantity</a:t>
            </a:r>
            <a:endParaRPr lang="en-US" dirty="0"/>
          </a:p>
          <a:p>
            <a:r>
              <a:rPr lang="en-IN" dirty="0"/>
              <a:t>FROM </a:t>
            </a:r>
            <a:r>
              <a:rPr lang="en-IN" dirty="0" err="1"/>
              <a:t>pizza_sales</a:t>
            </a:r>
            <a:endParaRPr lang="en-IN" dirty="0"/>
          </a:p>
          <a:p>
            <a:r>
              <a:rPr lang="en-IN" dirty="0"/>
              <a:t>GROUP BY </a:t>
            </a:r>
            <a:r>
              <a:rPr lang="en-IN" dirty="0" err="1"/>
              <a:t>pizza_name</a:t>
            </a:r>
            <a:endParaRPr lang="en-IN" dirty="0"/>
          </a:p>
          <a:p>
            <a:r>
              <a:rPr lang="en-US" dirty="0"/>
              <a:t>ORDER BY </a:t>
            </a:r>
            <a:r>
              <a:rPr lang="en-US" dirty="0" err="1"/>
              <a:t>Total_Quantity</a:t>
            </a:r>
            <a:r>
              <a:rPr lang="en-US" dirty="0"/>
              <a:t> DESC;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081089-839D-22E9-8F8F-B298695F5F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088" y="1588111"/>
            <a:ext cx="3407764" cy="15898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55C65E-2E74-4EDB-570B-DDF2BA41A046}"/>
              </a:ext>
            </a:extLst>
          </p:cNvPr>
          <p:cNvSpPr txBox="1"/>
          <p:nvPr/>
        </p:nvSpPr>
        <p:spPr>
          <a:xfrm>
            <a:off x="1001659" y="3399019"/>
            <a:ext cx="5881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I. BOTTOM 5 PIZZA BY QUANTITY</a:t>
            </a:r>
            <a:endParaRPr lang="en-IN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726213-E684-8F1A-AC3A-8B8944E03388}"/>
              </a:ext>
            </a:extLst>
          </p:cNvPr>
          <p:cNvSpPr txBox="1"/>
          <p:nvPr/>
        </p:nvSpPr>
        <p:spPr>
          <a:xfrm>
            <a:off x="1389088" y="3820337"/>
            <a:ext cx="89091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TOP 5 </a:t>
            </a:r>
            <a:r>
              <a:rPr lang="en-US" dirty="0" err="1"/>
              <a:t>pizza_name</a:t>
            </a:r>
            <a:r>
              <a:rPr lang="en-US" dirty="0"/>
              <a:t>, SUM(quantity) AS </a:t>
            </a:r>
            <a:r>
              <a:rPr lang="en-US" dirty="0" err="1"/>
              <a:t>Total_Quantity</a:t>
            </a:r>
            <a:endParaRPr lang="en-US" dirty="0"/>
          </a:p>
          <a:p>
            <a:r>
              <a:rPr lang="en-IN" dirty="0"/>
              <a:t>FROM </a:t>
            </a:r>
            <a:r>
              <a:rPr lang="en-IN" dirty="0" err="1"/>
              <a:t>pizza_sales</a:t>
            </a:r>
            <a:endParaRPr lang="en-IN" dirty="0"/>
          </a:p>
          <a:p>
            <a:r>
              <a:rPr lang="en-IN" dirty="0"/>
              <a:t>GROUP BY </a:t>
            </a:r>
            <a:r>
              <a:rPr lang="en-IN" dirty="0" err="1"/>
              <a:t>pizza_name</a:t>
            </a:r>
            <a:endParaRPr lang="en-IN" dirty="0"/>
          </a:p>
          <a:p>
            <a:r>
              <a:rPr lang="en-US" dirty="0"/>
              <a:t>ORDER BY </a:t>
            </a:r>
            <a:r>
              <a:rPr lang="en-US" dirty="0" err="1"/>
              <a:t>Total_Quantity</a:t>
            </a:r>
            <a:r>
              <a:rPr lang="en-US" dirty="0"/>
              <a:t> ASC;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A89AC6-F979-E5CE-2D2A-BC686DCD23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088" y="4987095"/>
            <a:ext cx="3407764" cy="1810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277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F1AA94-61B1-7FE5-EFA9-C5CBF12384A2}"/>
              </a:ext>
            </a:extLst>
          </p:cNvPr>
          <p:cNvSpPr txBox="1"/>
          <p:nvPr/>
        </p:nvSpPr>
        <p:spPr>
          <a:xfrm>
            <a:off x="1001659" y="0"/>
            <a:ext cx="5881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J. TOP 5 PIZZA BY ORDER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154361-7CA8-8F71-3402-9044AD2FA524}"/>
              </a:ext>
            </a:extLst>
          </p:cNvPr>
          <p:cNvSpPr txBox="1"/>
          <p:nvPr/>
        </p:nvSpPr>
        <p:spPr>
          <a:xfrm>
            <a:off x="1541488" y="3865309"/>
            <a:ext cx="89091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TOP 5 </a:t>
            </a:r>
            <a:r>
              <a:rPr lang="en-US" dirty="0" err="1"/>
              <a:t>pizza_name</a:t>
            </a:r>
            <a:r>
              <a:rPr lang="en-US" dirty="0"/>
              <a:t>, COUNT(</a:t>
            </a:r>
            <a:r>
              <a:rPr lang="en-US" dirty="0" err="1"/>
              <a:t>order_id</a:t>
            </a:r>
            <a:r>
              <a:rPr lang="en-US" dirty="0"/>
              <a:t>) AS </a:t>
            </a:r>
            <a:r>
              <a:rPr lang="en-US" dirty="0" err="1"/>
              <a:t>Total_Orders</a:t>
            </a:r>
            <a:endParaRPr lang="en-US" dirty="0"/>
          </a:p>
          <a:p>
            <a:r>
              <a:rPr lang="en-IN" dirty="0"/>
              <a:t>FROM </a:t>
            </a:r>
            <a:r>
              <a:rPr lang="en-IN" dirty="0" err="1"/>
              <a:t>pizza_sales</a:t>
            </a:r>
            <a:endParaRPr lang="en-IN" dirty="0"/>
          </a:p>
          <a:p>
            <a:r>
              <a:rPr lang="en-IN" dirty="0"/>
              <a:t>GROUP BY </a:t>
            </a:r>
            <a:r>
              <a:rPr lang="en-IN" dirty="0" err="1"/>
              <a:t>pizza_name</a:t>
            </a:r>
            <a:endParaRPr lang="en-IN" dirty="0"/>
          </a:p>
          <a:p>
            <a:r>
              <a:rPr lang="en-US" dirty="0"/>
              <a:t>ORDER BY </a:t>
            </a:r>
            <a:r>
              <a:rPr lang="en-US" dirty="0" err="1"/>
              <a:t>Total_Orders</a:t>
            </a:r>
            <a:r>
              <a:rPr lang="en-US" dirty="0"/>
              <a:t> ASC;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D9A502-23F0-FA29-3894-108D65D7A5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225" y="1588112"/>
            <a:ext cx="3613480" cy="16047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46DF41-CC48-D58F-5F17-DF3ADB4FE5A3}"/>
              </a:ext>
            </a:extLst>
          </p:cNvPr>
          <p:cNvSpPr txBox="1"/>
          <p:nvPr/>
        </p:nvSpPr>
        <p:spPr>
          <a:xfrm>
            <a:off x="1001659" y="3429000"/>
            <a:ext cx="5881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K. BOTTOM 5 PIZZA BY ORDER</a:t>
            </a:r>
            <a:endParaRPr lang="en-IN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08E38E-6E1D-54DE-9A96-C575A647B7E1}"/>
              </a:ext>
            </a:extLst>
          </p:cNvPr>
          <p:cNvSpPr txBox="1"/>
          <p:nvPr/>
        </p:nvSpPr>
        <p:spPr>
          <a:xfrm>
            <a:off x="1541488" y="422843"/>
            <a:ext cx="89091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TOP 5 </a:t>
            </a:r>
            <a:r>
              <a:rPr lang="en-US" dirty="0" err="1"/>
              <a:t>pizza_name</a:t>
            </a:r>
            <a:r>
              <a:rPr lang="en-US" dirty="0"/>
              <a:t>, COUNT(</a:t>
            </a:r>
            <a:r>
              <a:rPr lang="en-US" dirty="0" err="1"/>
              <a:t>order_id</a:t>
            </a:r>
            <a:r>
              <a:rPr lang="en-US" dirty="0"/>
              <a:t>) AS </a:t>
            </a:r>
            <a:r>
              <a:rPr lang="en-US" dirty="0" err="1"/>
              <a:t>Total_Orders</a:t>
            </a:r>
            <a:endParaRPr lang="en-US" dirty="0"/>
          </a:p>
          <a:p>
            <a:r>
              <a:rPr lang="en-IN" dirty="0"/>
              <a:t>FROM </a:t>
            </a:r>
            <a:r>
              <a:rPr lang="en-IN" dirty="0" err="1"/>
              <a:t>pizza_sales</a:t>
            </a:r>
            <a:endParaRPr lang="en-IN" dirty="0"/>
          </a:p>
          <a:p>
            <a:r>
              <a:rPr lang="en-IN" dirty="0"/>
              <a:t>GROUP BY </a:t>
            </a:r>
            <a:r>
              <a:rPr lang="en-IN" dirty="0" err="1"/>
              <a:t>pizza_name</a:t>
            </a:r>
            <a:endParaRPr lang="en-IN" dirty="0"/>
          </a:p>
          <a:p>
            <a:r>
              <a:rPr lang="en-US" dirty="0"/>
              <a:t>ORDER BY </a:t>
            </a:r>
            <a:r>
              <a:rPr lang="en-US" dirty="0" err="1"/>
              <a:t>Total_Orders</a:t>
            </a:r>
            <a:r>
              <a:rPr lang="en-US" dirty="0"/>
              <a:t> DESC;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9F2F7A-7E8A-C19C-DDDF-7A5BA3D958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225" y="5129310"/>
            <a:ext cx="3823342" cy="158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447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660</Words>
  <Application>Microsoft Office PowerPoint</Application>
  <PresentationFormat>Widescreen</PresentationFormat>
  <Paragraphs>72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Apsana B</dc:creator>
  <cp:lastModifiedBy>Apsana B</cp:lastModifiedBy>
  <cp:revision>1</cp:revision>
  <dcterms:created xsi:type="dcterms:W3CDTF">2026-06-19T14:56:22Z</dcterms:created>
  <dcterms:modified xsi:type="dcterms:W3CDTF">2026-07-12T17:10:05Z</dcterms:modified>
</cp:coreProperties>
</file>